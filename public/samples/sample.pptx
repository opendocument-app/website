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320040" cy="5669280"/>
          </a:xfrm>
          <a:prstGeom prst="rect">
            <a:avLst/>
          </a:prstGeom>
          <a:solidFill>
            <a:srgbClr val="fca11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14400" y="1463040"/>
            <a:ext cx="8229600" cy="1097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4400" b="1" u="none" strike="noStrike">
                <a:solidFill>
                  <a:srgbClr val="00658f"/>
                </a:solidFill>
                <a:effectLst/>
                <a:uFillTx/>
                <a:latin typeface="Arial"/>
              </a:rPr>
              <a:t>A sample presentation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914400" y="2651760"/>
            <a:ext cx="8229600" cy="1097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2000" b="0" i="1" u="none" strike="noStrike">
                <a:solidFill>
                  <a:srgbClr val="41484d"/>
                </a:solidFill>
                <a:effectLst/>
                <a:uFillTx/>
                <a:latin typeface="Arial"/>
              </a:rPr>
              <a:t>Opened in your browser by OpenDocument Reader — the file never left your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4206240"/>
            <a:ext cx="1463040" cy="548640"/>
          </a:xfrm>
          <a:prstGeom prst="rect">
            <a:avLst/>
          </a:prstGeom>
          <a:solidFill>
            <a:srgbClr val="4bb3e8"/>
          </a:solidFill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Writer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60320" y="4206240"/>
            <a:ext cx="1463040" cy="548640"/>
          </a:xfrm>
          <a:prstGeom prst="rect">
            <a:avLst/>
          </a:prstGeom>
          <a:solidFill>
            <a:srgbClr val="62bc77"/>
          </a:solidFill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Calc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206240" y="4206240"/>
            <a:ext cx="1463040" cy="548640"/>
          </a:xfrm>
          <a:prstGeom prst="rect">
            <a:avLst/>
          </a:prstGeom>
          <a:solidFill>
            <a:srgbClr val="fca110"/>
          </a:solidFill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Impress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320040" cy="5669280"/>
          </a:xfrm>
          <a:prstGeom prst="rect">
            <a:avLst/>
          </a:prstGeom>
          <a:solidFill>
            <a:srgbClr val="fca11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54864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4400" b="1" u="none" strike="noStrike">
                <a:solidFill>
                  <a:srgbClr val="00658f"/>
                </a:solidFill>
                <a:effectLst/>
                <a:uFillTx/>
                <a:latin typeface="Arial"/>
              </a:rPr>
              <a:t>Slide by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1737360"/>
            <a:ext cx="8229600" cy="3291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2200" b="0" u="none" strike="noStrike">
                <a:solidFill>
                  <a:srgbClr val="191c1e"/>
                </a:solidFill>
                <a:effectLst/>
                <a:uFillTx/>
                <a:latin typeface="Arial"/>
              </a:rPr>
              <a:t>• Every slide is laid out at its own size, in its own colours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91c1e"/>
                </a:solidFill>
                <a:effectLst/>
                <a:uFillTx/>
                <a:latin typeface="Arial"/>
              </a:rPr>
              <a:t>• Shapes, text boxes and pictures come from the file itself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91c1e"/>
                </a:solidFill>
                <a:effectLst/>
                <a:uFillTx/>
                <a:latin typeface="Arial"/>
              </a:rPr>
              <a:t>• Scroll down: the deck is one page after another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91c1e"/>
                </a:solidFill>
                <a:effectLst/>
                <a:uFillTx/>
                <a:latin typeface="Arial"/>
              </a:rPr>
              <a:t>• Press the pen above, and this text can be changed and saved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914400" y="201168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Now try your own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914400" y="3017520"/>
            <a:ext cx="8229600" cy="1097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Drop any deck onto the page. No upload, no account, no server.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